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9666dda5654631" /><Relationship Type="http://schemas.openxmlformats.org/officeDocument/2006/relationships/extended-properties" Target="/docProps/app.xml" Id="R45a8006aff2d4561" /><Relationship Type="http://schemas.openxmlformats.org/officeDocument/2006/relationships/officeDocument" Target="/ppt/presentation.xml" Id="R4aec76e924c448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494dab1636474c"/>
  </p:sldMasterIdLst>
  <p:notesMasterIdLst>
    <p:notesMasterId xmlns:r="http://schemas.openxmlformats.org/officeDocument/2006/relationships" r:id="Rc92b6dbccfdd48b0"/>
  </p:notesMasterIdLst>
  <p:sldIdLst>
    <p:sldId xmlns:r="http://schemas.openxmlformats.org/officeDocument/2006/relationships" id="256" r:id="R03909c60a10e4e3d"/>
    <p:sldId xmlns:r="http://schemas.openxmlformats.org/officeDocument/2006/relationships" id="257" r:id="R11f48d68f6714858"/>
    <p:sldId xmlns:r="http://schemas.openxmlformats.org/officeDocument/2006/relationships" id="258" r:id="R549dac055d464e54"/>
    <p:sldId xmlns:r="http://schemas.openxmlformats.org/officeDocument/2006/relationships" id="259" r:id="R61a037daec9d46d4"/>
    <p:sldId xmlns:r="http://schemas.openxmlformats.org/officeDocument/2006/relationships" id="260" r:id="Rc78e18b6a4144c71"/>
    <p:sldId xmlns:r="http://schemas.openxmlformats.org/officeDocument/2006/relationships" id="261" r:id="R1e0ef45107d14a62"/>
    <p:sldId xmlns:r="http://schemas.openxmlformats.org/officeDocument/2006/relationships" id="262" r:id="R9a26d1335c08415e"/>
    <p:sldId xmlns:r="http://schemas.openxmlformats.org/officeDocument/2006/relationships" id="263" r:id="R7ed77b669db741f2"/>
    <p:sldId xmlns:r="http://schemas.openxmlformats.org/officeDocument/2006/relationships" id="264" r:id="Rd602442940e94a59"/>
    <p:sldId xmlns:r="http://schemas.openxmlformats.org/officeDocument/2006/relationships" id="265" r:id="R64ac976f229c4ee9"/>
    <p:sldId xmlns:r="http://schemas.openxmlformats.org/officeDocument/2006/relationships" id="266" r:id="R24adf2ae3b0746e9"/>
    <p:sldId xmlns:r="http://schemas.openxmlformats.org/officeDocument/2006/relationships" id="267" r:id="Rdb228a9ef1c54050"/>
    <p:sldId xmlns:r="http://schemas.openxmlformats.org/officeDocument/2006/relationships" id="268" r:id="Re175a78d885b46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8760230e7b491d" /><Relationship Type="http://schemas.openxmlformats.org/officeDocument/2006/relationships/slideMaster" Target="/ppt/slideMasters/slideMaster1.xml" Id="R23494dab1636474c" /><Relationship Type="http://schemas.openxmlformats.org/officeDocument/2006/relationships/notesMaster" Target="/ppt/notesMasters/notesMaster1.xml" Id="Rc92b6dbccfdd48b0" /><Relationship Type="http://schemas.openxmlformats.org/officeDocument/2006/relationships/presProps" Target="/ppt/presProps.xml" Id="R01f17ddfc7104e49" /><Relationship Type="http://schemas.openxmlformats.org/officeDocument/2006/relationships/tableStyles" Target="/ppt/tableStyles.xml" Id="R93d728650d2d4b1c" /><Relationship Type="http://schemas.openxmlformats.org/officeDocument/2006/relationships/slide" Target="/ppt/slides/slide1.xml" Id="R03909c60a10e4e3d" /><Relationship Type="http://schemas.openxmlformats.org/officeDocument/2006/relationships/slide" Target="/ppt/slides/slide2.xml" Id="R11f48d68f6714858" /><Relationship Type="http://schemas.openxmlformats.org/officeDocument/2006/relationships/slide" Target="/ppt/slides/slide3.xml" Id="R549dac055d464e54" /><Relationship Type="http://schemas.openxmlformats.org/officeDocument/2006/relationships/slide" Target="/ppt/slides/slide4.xml" Id="R61a037daec9d46d4" /><Relationship Type="http://schemas.openxmlformats.org/officeDocument/2006/relationships/slide" Target="/ppt/slides/slide5.xml" Id="Rc78e18b6a4144c71" /><Relationship Type="http://schemas.openxmlformats.org/officeDocument/2006/relationships/slide" Target="/ppt/slides/slide6.xml" Id="R1e0ef45107d14a62" /><Relationship Type="http://schemas.openxmlformats.org/officeDocument/2006/relationships/slide" Target="/ppt/slides/slide7.xml" Id="R9a26d1335c08415e" /><Relationship Type="http://schemas.openxmlformats.org/officeDocument/2006/relationships/slide" Target="/ppt/slides/slide8.xml" Id="R7ed77b669db741f2" /><Relationship Type="http://schemas.openxmlformats.org/officeDocument/2006/relationships/slide" Target="/ppt/slides/slide9.xml" Id="Rd602442940e94a59" /><Relationship Type="http://schemas.openxmlformats.org/officeDocument/2006/relationships/slide" Target="/ppt/slides/slide10.xml" Id="R64ac976f229c4ee9" /><Relationship Type="http://schemas.openxmlformats.org/officeDocument/2006/relationships/slide" Target="/ppt/slides/slide11.xml" Id="R24adf2ae3b0746e9" /><Relationship Type="http://schemas.openxmlformats.org/officeDocument/2006/relationships/slide" Target="/ppt/slides/slide12.xml" Id="Rdb228a9ef1c54050" /><Relationship Type="http://schemas.openxmlformats.org/officeDocument/2006/relationships/slide" Target="/ppt/slides/slide13.xml" Id="Re175a78d885b46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30f17b2f5446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a92236e0374638" /><Relationship Type="http://schemas.openxmlformats.org/officeDocument/2006/relationships/notesMaster" Target="/ppt/notesMasters/notesMaster1.xml" Id="Rd6e7555964a544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6d29547e304d48" /><Relationship Type="http://schemas.openxmlformats.org/officeDocument/2006/relationships/notesMaster" Target="/ppt/notesMasters/notesMaster1.xml" Id="Ra134d5220fc24e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2ac8bcc4ef4820" /><Relationship Type="http://schemas.openxmlformats.org/officeDocument/2006/relationships/notesMaster" Target="/ppt/notesMasters/notesMaster1.xml" Id="R8cc2bb1529d14d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2fee5d91b947f9" /><Relationship Type="http://schemas.openxmlformats.org/officeDocument/2006/relationships/notesMaster" Target="/ppt/notesMasters/notesMaster1.xml" Id="Rf2f2dc56528c46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070c7c4c424984" /><Relationship Type="http://schemas.openxmlformats.org/officeDocument/2006/relationships/notesMaster" Target="/ppt/notesMasters/notesMaster1.xml" Id="R1d3ce23addf14b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8994fb7ab240e5" /><Relationship Type="http://schemas.openxmlformats.org/officeDocument/2006/relationships/notesMaster" Target="/ppt/notesMasters/notesMaster1.xml" Id="R0cfccccd00454a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54cb11cee74f1e" /><Relationship Type="http://schemas.openxmlformats.org/officeDocument/2006/relationships/notesMaster" Target="/ppt/notesMasters/notesMaster1.xml" Id="R1082cb3d467343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6fb70b8f1e4f7f" /><Relationship Type="http://schemas.openxmlformats.org/officeDocument/2006/relationships/notesMaster" Target="/ppt/notesMasters/notesMaster1.xml" Id="Rf3d2cc41d84944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2ffc5b1655419d" /><Relationship Type="http://schemas.openxmlformats.org/officeDocument/2006/relationships/notesMaster" Target="/ppt/notesMasters/notesMaster1.xml" Id="Rde6db5bca1e443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0cbda32c6e4eec" /><Relationship Type="http://schemas.openxmlformats.org/officeDocument/2006/relationships/notesMaster" Target="/ppt/notesMasters/notesMaster1.xml" Id="R07055f2d85374d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a324095bbf469f" /><Relationship Type="http://schemas.openxmlformats.org/officeDocument/2006/relationships/notesMaster" Target="/ppt/notesMasters/notesMaster1.xml" Id="R5f64fa68d03c4b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227d82f62149e1" /><Relationship Type="http://schemas.openxmlformats.org/officeDocument/2006/relationships/notesMaster" Target="/ppt/notesMasters/notesMaster1.xml" Id="R4c57c10d2c2143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977c89c88b4552" /><Relationship Type="http://schemas.openxmlformats.org/officeDocument/2006/relationships/notesMaster" Target="/ppt/notesMasters/notesMaster1.xml" Id="R1ec4127f723945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of the local NOURA homepage at a 1470 px desktop viewport. Section: Arrival.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of the local NOURA homepage at a 1470 px desktop viewport. Section: The journey.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of the local NOURA homepage at a 1470 px desktop viewport. Section: Experience index.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of the local NOURA homepage at a 1470 px desktop viewport. Section: Shared experience.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of the local NOURA homepage at a 1470 px desktop viewport. Section: Our guides.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of the local NOURA homepage at a 1470 px desktop viewport. Section: Your invitation.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of the local NOURA homepage at a 1470 px desktop viewport. Section: Member identity.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of the local NOURA homepage at a 1470 px desktop viewport. Section: Invitation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of the local NOURA homepage at a 1470 px desktop viewport. Section: Private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of the local NOURA homepage at a 1470 px desktop viewport. Section: Private session request 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of the local NOURA homepage at a 1470 px desktop viewport. Section: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of the local NOURA homepage at a 1470 px desktop viewport. Section: Closing invitation.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of the local NOURA homepage at a 1470 px desktop viewport. Section: Footer.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58b8c7ad549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11beddcb874f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7a8f3ecb9640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d04f89be646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4703ddb60b42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281b7e9f4545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58162E-9F1C-4189-9F29-885B900CA0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BC9948-82E8-4C88-964B-9EF9273A10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3B1C144-6C32-4AC3-A60D-08D57640F4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5EEF26-AE5E-4553-BBA4-E990FF3C4B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657CD5A-B927-4624-BC16-13F610CC9C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AB0109-27FA-4F77-BD24-9C1E538AA2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4BF1D6-00E4-4AD2-8B3C-8B4C8DD966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74CB932-4B1B-4B33-9E77-BD3F86D8EA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9B9118-65FE-45F1-8D6E-AC195D1628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C988A5-DFE9-44AC-A7A0-A23C9073E0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5f237d4e2d4f21" /><Relationship Type="http://schemas.openxmlformats.org/officeDocument/2006/relationships/slideLayout" Target="/ppt/slideLayouts/slideLayout1.xml" Id="Re146a6726e8a4315" /><Relationship Type="http://schemas.openxmlformats.org/officeDocument/2006/relationships/slideLayout" Target="/ppt/slideLayouts/slideLayout2.xml" Id="R0eca31f359ea4df6" /><Relationship Type="http://schemas.openxmlformats.org/officeDocument/2006/relationships/slideLayout" Target="/ppt/slideLayouts/slideLayout3.xml" Id="Rae35672634cd45c8" /><Relationship Type="http://schemas.openxmlformats.org/officeDocument/2006/relationships/slideLayout" Target="/ppt/slideLayouts/slideLayout4.xml" Id="Rb4671f0ff49841b9" /><Relationship Type="http://schemas.openxmlformats.org/officeDocument/2006/relationships/slideLayout" Target="/ppt/slideLayouts/slideLayout5.xml" Id="R397d02720b9f4e66" /><Relationship Type="http://schemas.openxmlformats.org/officeDocument/2006/relationships/slideLayout" Target="/ppt/slideLayouts/slideLayout6.xml" Id="R83f65a19fa2746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46a6726e8a4315"/>
    <p:sldLayoutId xmlns:r="http://schemas.openxmlformats.org/officeDocument/2006/relationships" id="2147483650" r:id="R0eca31f359ea4df6"/>
    <p:sldLayoutId xmlns:r="http://schemas.openxmlformats.org/officeDocument/2006/relationships" id="2147483651" r:id="Rae35672634cd45c8"/>
    <p:sldLayoutId xmlns:r="http://schemas.openxmlformats.org/officeDocument/2006/relationships" id="2147483652" r:id="Rb4671f0ff49841b9"/>
    <p:sldLayoutId xmlns:r="http://schemas.openxmlformats.org/officeDocument/2006/relationships" id="2147483653" r:id="R397d02720b9f4e66"/>
    <p:sldLayoutId xmlns:r="http://schemas.openxmlformats.org/officeDocument/2006/relationships" id="2147483654" r:id="R83f65a19fa2746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c9d0e7fa6f427d" /><Relationship Type="http://schemas.openxmlformats.org/officeDocument/2006/relationships/image" Target="/ppt/media/image.png" Id="R8a9db9991d0a46da" /><Relationship Type="http://schemas.openxmlformats.org/officeDocument/2006/relationships/notesSlide" Target="/ppt/notesSlides/notesSlide1.xml" Id="R6f145484cea64c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dec3e7a9f421d" /><Relationship Type="http://schemas.openxmlformats.org/officeDocument/2006/relationships/image" Target="/ppt/media/image2.png" Id="R01719dc5a5114f40" /><Relationship Type="http://schemas.openxmlformats.org/officeDocument/2006/relationships/notesSlide" Target="/ppt/notesSlides/notesSlide2.xml" Id="R9b5ae0e0f2dc48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2f8533dba84ca7" /><Relationship Type="http://schemas.openxmlformats.org/officeDocument/2006/relationships/image" Target="/ppt/media/image3.png" Id="Rd56bb03caad846f6" /><Relationship Type="http://schemas.openxmlformats.org/officeDocument/2006/relationships/notesSlide" Target="/ppt/notesSlides/notesSlide3.xml" Id="R29fef7d30b1742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acddb546b342fb" /><Relationship Type="http://schemas.openxmlformats.org/officeDocument/2006/relationships/image" Target="/ppt/media/image4.png" Id="R84c9bed109584bb9" /><Relationship Type="http://schemas.openxmlformats.org/officeDocument/2006/relationships/notesSlide" Target="/ppt/notesSlides/notesSlide4.xml" Id="R6942900a059b4c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697ecce706453c" /><Relationship Type="http://schemas.openxmlformats.org/officeDocument/2006/relationships/image" Target="/ppt/media/image5.png" Id="R6acf9736cca64a57" /><Relationship Type="http://schemas.openxmlformats.org/officeDocument/2006/relationships/notesSlide" Target="/ppt/notesSlides/notesSlide5.xml" Id="R53edcc89faf245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7465be60974a24" /><Relationship Type="http://schemas.openxmlformats.org/officeDocument/2006/relationships/image" Target="/ppt/media/image6.png" Id="Rcfde126e76d243bd" /><Relationship Type="http://schemas.openxmlformats.org/officeDocument/2006/relationships/notesSlide" Target="/ppt/notesSlides/notesSlide6.xml" Id="R028132b15e444f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1481d2dae44040" /><Relationship Type="http://schemas.openxmlformats.org/officeDocument/2006/relationships/image" Target="/ppt/media/image7.png" Id="R69de77e14b0b418e" /><Relationship Type="http://schemas.openxmlformats.org/officeDocument/2006/relationships/notesSlide" Target="/ppt/notesSlides/notesSlide7.xml" Id="Rc46a5a8da4734d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115171ecc04144" /><Relationship Type="http://schemas.openxmlformats.org/officeDocument/2006/relationships/image" Target="/ppt/media/image8.png" Id="R2f4e12d1cef846fa" /><Relationship Type="http://schemas.openxmlformats.org/officeDocument/2006/relationships/notesSlide" Target="/ppt/notesSlides/notesSlide8.xml" Id="R43bdc9b6fecd42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10d09e197a4a39" /><Relationship Type="http://schemas.openxmlformats.org/officeDocument/2006/relationships/image" Target="/ppt/media/image9.png" Id="R04b67389c1be4c35" /><Relationship Type="http://schemas.openxmlformats.org/officeDocument/2006/relationships/notesSlide" Target="/ppt/notesSlides/notesSlide9.xml" Id="Ra707e1aa4d044d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5645e2bb0c42ce" /><Relationship Type="http://schemas.openxmlformats.org/officeDocument/2006/relationships/image" Target="/ppt/media/image10.png" Id="Rda748855bed5482e" /><Relationship Type="http://schemas.openxmlformats.org/officeDocument/2006/relationships/notesSlide" Target="/ppt/notesSlides/notesSlide10.xml" Id="R32942803624844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8e5673ca834974" /><Relationship Type="http://schemas.openxmlformats.org/officeDocument/2006/relationships/image" Target="/ppt/media/image11.png" Id="Ra0eaa34a38264ac0" /><Relationship Type="http://schemas.openxmlformats.org/officeDocument/2006/relationships/notesSlide" Target="/ppt/notesSlides/notesSlide11.xml" Id="Rbd09fffdc5c840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17d7c433f34bc3" /><Relationship Type="http://schemas.openxmlformats.org/officeDocument/2006/relationships/image" Target="/ppt/media/image12.png" Id="Ra8560739c651438f" /><Relationship Type="http://schemas.openxmlformats.org/officeDocument/2006/relationships/notesSlide" Target="/ppt/notesSlides/notesSlide12.xml" Id="Rfbdae286ff0a4a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3df6224fa34a95" /><Relationship Type="http://schemas.openxmlformats.org/officeDocument/2006/relationships/image" Target="/ppt/media/image13.png" Id="R17793a2009354e95" /><Relationship Type="http://schemas.openxmlformats.org/officeDocument/2006/relationships/notesSlide" Target="/ppt/notesSlides/notesSlide13.xml" Id="R16a6c625338d4c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1BEB9-D603-4A03-8ADF-5C16BF7C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352D"/>
                </a:solidFill>
                <a:latin typeface="Inter"/>
                <a:ea typeface="Inter"/>
                <a:cs typeface="Inter"/>
              </a:rPr>
              <a:t>01  Arrival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8EF6B-AC95-4633-881D-54F4EADCE1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db9991d0a46da"/>
          <a:stretch xmlns:a="http://schemas.openxmlformats.org/drawingml/2006/main"/>
        </p:blipFill>
        <p:spPr>
          <a:xfrm xmlns:a="http://schemas.openxmlformats.org/drawingml/2006/main">
            <a:off x="633395" y="685800"/>
            <a:ext cx="10925211" cy="595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6913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F3746-12A2-4B93-9924-DFF65509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352D"/>
                </a:solidFill>
                <a:latin typeface="Inter"/>
                <a:ea typeface="Inter"/>
                <a:cs typeface="Inter"/>
              </a:rPr>
              <a:t>02  The journey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21B95-2054-4F33-B81F-DD406BD6F2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19dc5a5114f40"/>
          <a:stretch xmlns:a="http://schemas.openxmlformats.org/drawingml/2006/main"/>
        </p:blipFill>
        <p:spPr>
          <a:xfrm xmlns:a="http://schemas.openxmlformats.org/drawingml/2006/main">
            <a:off x="381000" y="1648318"/>
            <a:ext cx="11430000" cy="40280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35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60596-A39C-4D39-943A-DDA79F36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352D"/>
                </a:solidFill>
                <a:latin typeface="Inter"/>
                <a:ea typeface="Inter"/>
                <a:cs typeface="Inter"/>
              </a:rPr>
              <a:t>03  Experience index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4495C-0F3B-4888-B988-88FC0A6C26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bb03caad846f6"/>
          <a:stretch xmlns:a="http://schemas.openxmlformats.org/drawingml/2006/main"/>
        </p:blipFill>
        <p:spPr>
          <a:xfrm xmlns:a="http://schemas.openxmlformats.org/drawingml/2006/main">
            <a:off x="381000" y="2391067"/>
            <a:ext cx="11430000" cy="25425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469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6ABE2-1137-49C5-9242-32EEF665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352D"/>
                </a:solidFill>
                <a:latin typeface="Inter"/>
                <a:ea typeface="Inter"/>
                <a:cs typeface="Inter"/>
              </a:rPr>
              <a:t>04  Shared experience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2D07B-45CB-4D24-9BDB-9A70549CA2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9bed109584bb9"/>
          <a:stretch xmlns:a="http://schemas.openxmlformats.org/drawingml/2006/main"/>
        </p:blipFill>
        <p:spPr>
          <a:xfrm xmlns:a="http://schemas.openxmlformats.org/drawingml/2006/main">
            <a:off x="381000" y="1271393"/>
            <a:ext cx="11430000" cy="47819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95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4F994-ABDF-411C-A5DE-2824F86D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352D"/>
                </a:solidFill>
                <a:latin typeface="Inter"/>
                <a:ea typeface="Inter"/>
                <a:cs typeface="Inter"/>
              </a:rPr>
              <a:t>05  Our guides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6DA0E-C81B-434A-B7BE-54E658F1A0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f9736cca64a57"/>
          <a:stretch xmlns:a="http://schemas.openxmlformats.org/drawingml/2006/main"/>
        </p:blipFill>
        <p:spPr>
          <a:xfrm xmlns:a="http://schemas.openxmlformats.org/drawingml/2006/main">
            <a:off x="1772337" y="685800"/>
            <a:ext cx="8647326" cy="595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540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ABA27-5B73-41F1-85C5-F6DBF819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352D"/>
                </a:solidFill>
                <a:latin typeface="Inter"/>
                <a:ea typeface="Inter"/>
                <a:cs typeface="Inter"/>
              </a:rPr>
              <a:t>06  Your invitation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AD419-382C-4411-84DC-16B92A3E76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e126e76d243bd"/>
          <a:stretch xmlns:a="http://schemas.openxmlformats.org/drawingml/2006/main"/>
        </p:blipFill>
        <p:spPr>
          <a:xfrm xmlns:a="http://schemas.openxmlformats.org/drawingml/2006/main">
            <a:off x="381000" y="1710709"/>
            <a:ext cx="11430000" cy="39033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6205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7E0C0-925B-48C3-A1FB-4D3A7F8B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352D"/>
                </a:solidFill>
                <a:latin typeface="Inter"/>
                <a:ea typeface="Inter"/>
                <a:cs typeface="Inter"/>
              </a:rPr>
              <a:t>07  Member identity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25605-735E-4C52-9DD1-6D2CB6C60D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e77e14b0b418e"/>
          <a:stretch xmlns:a="http://schemas.openxmlformats.org/drawingml/2006/main"/>
        </p:blipFill>
        <p:spPr>
          <a:xfrm xmlns:a="http://schemas.openxmlformats.org/drawingml/2006/main">
            <a:off x="381000" y="1982852"/>
            <a:ext cx="11430000" cy="33590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6427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34CEF-00E3-46C4-9B80-165278A5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352D"/>
                </a:solidFill>
                <a:latin typeface="Inter"/>
                <a:ea typeface="Inter"/>
                <a:cs typeface="Inter"/>
              </a:rPr>
              <a:t>08  Invitation request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8A0B5-96D2-4207-8F8D-59084CB756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e12d1cef846fa"/>
          <a:stretch xmlns:a="http://schemas.openxmlformats.org/drawingml/2006/main"/>
        </p:blipFill>
        <p:spPr>
          <a:xfrm xmlns:a="http://schemas.openxmlformats.org/drawingml/2006/main">
            <a:off x="381000" y="1178087"/>
            <a:ext cx="11430000" cy="496855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1685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43783-A62B-4201-A441-9A692884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352D"/>
                </a:solidFill>
                <a:latin typeface="Inter"/>
                <a:ea typeface="Inter"/>
                <a:cs typeface="Inter"/>
              </a:rPr>
              <a:t>09  Private session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A5643-890A-43FF-A9FC-56B41AA3AB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67389c1be4c35"/>
          <a:stretch xmlns:a="http://schemas.openxmlformats.org/drawingml/2006/main"/>
        </p:blipFill>
        <p:spPr>
          <a:xfrm xmlns:a="http://schemas.openxmlformats.org/drawingml/2006/main">
            <a:off x="1277116" y="685800"/>
            <a:ext cx="9637768" cy="595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85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55B82-024C-42B9-B2A5-05CE659C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352D"/>
                </a:solidFill>
                <a:latin typeface="Inter"/>
                <a:ea typeface="Inter"/>
                <a:cs typeface="Inter"/>
              </a:rPr>
              <a:t>10  Private session request form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6C794-A1D2-48ED-95D6-551E561D92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48855bed5482e"/>
          <a:stretch xmlns:a="http://schemas.openxmlformats.org/drawingml/2006/main"/>
        </p:blipFill>
        <p:spPr>
          <a:xfrm xmlns:a="http://schemas.openxmlformats.org/drawingml/2006/main">
            <a:off x="381000" y="1084700"/>
            <a:ext cx="11430000" cy="51553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159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16CD0-2CEE-4614-9776-FD115FB9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352D"/>
                </a:solidFill>
                <a:latin typeface="Inter"/>
                <a:ea typeface="Inter"/>
                <a:cs typeface="Inter"/>
              </a:rPr>
              <a:t>11  Questions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2FDD3-2C3C-418E-994E-6D0CDF8877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aa34a38264ac0"/>
          <a:stretch xmlns:a="http://schemas.openxmlformats.org/drawingml/2006/main"/>
        </p:blipFill>
        <p:spPr>
          <a:xfrm xmlns:a="http://schemas.openxmlformats.org/drawingml/2006/main">
            <a:off x="381000" y="1465781"/>
            <a:ext cx="11430000" cy="43931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069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7B58A-79F7-4DF9-A4D8-DC2986B6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352D"/>
                </a:solidFill>
                <a:latin typeface="Inter"/>
                <a:ea typeface="Inter"/>
                <a:cs typeface="Inter"/>
              </a:rPr>
              <a:t>12  Closing invitation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7AB19-8A54-41B3-897E-46F2DBDEFF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60739c651438f"/>
          <a:stretch xmlns:a="http://schemas.openxmlformats.org/drawingml/2006/main"/>
        </p:blipFill>
        <p:spPr>
          <a:xfrm xmlns:a="http://schemas.openxmlformats.org/drawingml/2006/main">
            <a:off x="381000" y="1384138"/>
            <a:ext cx="11430000" cy="45564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8086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91A0B-4BBC-44C8-8DC5-72DC86D5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7352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352D"/>
                </a:solidFill>
                <a:latin typeface="Inter"/>
                <a:ea typeface="Inter"/>
                <a:cs typeface="Inter"/>
              </a:rPr>
              <a:t>13  Footer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12A2E-FD46-420D-94BC-093A4AC0DC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93a2009354e95"/>
          <a:stretch xmlns:a="http://schemas.openxmlformats.org/drawingml/2006/main"/>
        </p:blipFill>
        <p:spPr>
          <a:xfrm xmlns:a="http://schemas.openxmlformats.org/drawingml/2006/main">
            <a:off x="381000" y="2289985"/>
            <a:ext cx="11430000" cy="27447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79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2026-10-01T08:31:34.9880000Z</dcterms:created>
  <dcterms:modified xsi:type="dcterms:W3CDTF">2026-10-01T08:31:34.9880000Z</dcterms:modified>
</coreProperties>
</file>